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stripify.up.railway.app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Stripe?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Stripe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LLM output over financial data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financial simulation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headcount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Software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AI &amp;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Stripify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Stripify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financial-correctness harness for Stripe spend that scores every transaction for fraud, replays policy, and tie-out-verifies every number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so Stripe can scale autonomous finance agents without the risk of approving a fraudulent charge.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stripify.up.railway.app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spend policy and accounting identities at the decision layer, the harness catches fraud, duplicate invoices, and policy violations before money moves — the integrity Stripe needs to let agents act on real dollars.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Policy +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spend within limit · books tie out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Enforced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Three-way match · duplicate &amp; bank-change detection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Calibrated Stripe tenant · fraud ROC-AUC 0.89+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Card + Cash + ERP: exactly how they connect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Stripe Assistant’s real job is unifying card spend, cash, and the GL into one ledger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Books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 · ERP (NetSuite)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Stripe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 · Stripe Treasury · AP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Stripify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scores every txn · replays policy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GL?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close-ready &amp; audit-ready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synthetic Stripe tenant is calibrated to realistic spend — fraud, policy, and tie-out all proven on it.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Card + AP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 rings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shared-card collusion the static rules miss.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Policy leakage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replay a new policy over history, see the $ impact.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Duplicate &amp; bank-change AP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stopped before Bill Pay sends a cent.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Cash + Credit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runway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do-operator what-ifs, not a re-plotted trend.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Idle-cash yield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Stripe Treasury sweep opportunity, quantified.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Underwriting &amp; limits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PD model recommends the credit line.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scores a charge proves the books tie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Stripe Assistant act on real spend.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financial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simulation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STRIPE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Stripe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build financial AI that's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