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d670cae23_1_9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d670cae23_1_9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bb2e2f6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1bb2e2f6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1ba191f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1ba191f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bb2e2f6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1bb2e2f64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9ac3cdea_1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a9ac3cdea_1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670cae23_1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670cae23_1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670cae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670cae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70cae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d670cae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670cae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d670cae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ba191f02_1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f1ba191f02_1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84287" y="4768115"/>
            <a:ext cx="3451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22604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hebbify.up.railway.app/" TargetMode="External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apherlabs.com" TargetMode="Externa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mailto:hv2201@nyu.ed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31426" y="359239"/>
            <a:ext cx="5385900" cy="24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4500"/>
              <a:t>Harshini Vijaya Kumar</a:t>
            </a:r>
            <a:endParaRPr b="1" sz="4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800">
                <a:solidFill>
                  <a:srgbClr val="12121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NYU CSE Masters, Ex-Founder, Researcher,</a:t>
            </a:r>
            <a:endParaRPr sz="5100">
              <a:highlight>
                <a:srgbClr val="FFFFFF"/>
              </a:highlight>
            </a:endParaRPr>
          </a:p>
        </p:txBody>
      </p:sp>
      <p:sp>
        <p:nvSpPr>
          <p:cNvPr id="48" name="Google Shape;48;p9"/>
          <p:cNvSpPr/>
          <p:nvPr/>
        </p:nvSpPr>
        <p:spPr>
          <a:xfrm rot="5400000">
            <a:off x="840534" y="260162"/>
            <a:ext cx="109800" cy="5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18251" y="2762244"/>
            <a:ext cx="5267700" cy="109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6440987" y="3114482"/>
            <a:ext cx="20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stripify.up.railway.app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9"/>
          <p:cNvGrpSpPr/>
          <p:nvPr/>
        </p:nvGrpSpPr>
        <p:grpSpPr>
          <a:xfrm>
            <a:off x="6301455" y="262178"/>
            <a:ext cx="2286400" cy="602094"/>
            <a:chOff x="6017629" y="288636"/>
            <a:chExt cx="2286400" cy="602094"/>
          </a:xfrm>
        </p:grpSpPr>
        <p:sp>
          <p:nvSpPr>
            <p:cNvPr id="52" name="Google Shape;52;p9"/>
            <p:cNvSpPr txBox="1"/>
            <p:nvPr/>
          </p:nvSpPr>
          <p:spPr>
            <a:xfrm>
              <a:off x="6305429" y="288636"/>
              <a:ext cx="19986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Check it out!</a:t>
              </a:r>
              <a:endParaRPr b="1" i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913779">
              <a:off x="6023381" y="539834"/>
              <a:ext cx="348093" cy="311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450"/>
            <a:ext cx="1779758" cy="166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9"/>
          <p:cNvGrpSpPr/>
          <p:nvPr/>
        </p:nvGrpSpPr>
        <p:grpSpPr>
          <a:xfrm>
            <a:off x="518250" y="2762250"/>
            <a:ext cx="3291750" cy="2381250"/>
            <a:chOff x="-243750" y="0"/>
            <a:chExt cx="3291750" cy="2381250"/>
          </a:xfrm>
        </p:grpSpPr>
        <p:sp>
          <p:nvSpPr>
            <p:cNvPr id="56" name="Google Shape;56;p9"/>
            <p:cNvSpPr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 txBox="1"/>
            <p:nvPr/>
          </p:nvSpPr>
          <p:spPr>
            <a:xfrm>
              <a:off x="-24375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hv2201@nyu.edu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one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+1 (848) 240-7937</a:t>
              </a:r>
              <a:endParaRPr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" name="Google Shape;58;p9" title="Hebbia-qr-s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50" y="86427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640080" y="0"/>
            <a:ext cx="7863900" cy="1647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40080" y="219456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Stripe?</a:t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640080" y="877824"/>
            <a:ext cx="786390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" name="Google Shape;66;p10"/>
          <p:cNvSpPr txBox="1"/>
          <p:nvPr/>
        </p:nvSpPr>
        <p:spPr>
          <a:xfrm>
            <a:off x="640055" y="1032032"/>
            <a:ext cx="786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reason Stripe caught my attention: a lot of my recent work is about</a:t>
            </a: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640055" y="1336843"/>
            <a:ext cx="7863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making AI output over spend &amp; cash flow </a:t>
            </a:r>
            <a:r>
              <a:rPr b="1" i="0" lang="en" sz="2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actually trustworthy.</a:t>
            </a:r>
            <a:endParaRPr sz="1300"/>
          </a:p>
        </p:txBody>
      </p:sp>
      <p:sp>
        <p:nvSpPr>
          <p:cNvPr id="68" name="Google Shape;68;p10"/>
          <p:cNvSpPr/>
          <p:nvPr/>
        </p:nvSpPr>
        <p:spPr>
          <a:xfrm>
            <a:off x="640075" y="2390037"/>
            <a:ext cx="34227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914399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6131" y="3337169"/>
            <a:ext cx="549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138428" y="3264017"/>
            <a:ext cx="549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220723" y="3190865"/>
            <a:ext cx="549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303019" y="3291449"/>
            <a:ext cx="54900" cy="1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66420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TECHNICAL CO-FOUNDER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engine for CFOs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4640575" y="2390025"/>
            <a:ext cx="38544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4983480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0"/>
          <p:cNvCxnSpPr/>
          <p:nvPr/>
        </p:nvCxnSpPr>
        <p:spPr>
          <a:xfrm>
            <a:off x="5138928" y="3236585"/>
            <a:ext cx="100500" cy="1281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" name="Google Shape;78;p10"/>
          <p:cNvCxnSpPr/>
          <p:nvPr/>
        </p:nvCxnSpPr>
        <p:spPr>
          <a:xfrm flipH="1">
            <a:off x="5239548" y="3200009"/>
            <a:ext cx="173700" cy="1647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" name="Google Shape;79;p10"/>
          <p:cNvCxnSpPr/>
          <p:nvPr/>
        </p:nvCxnSpPr>
        <p:spPr>
          <a:xfrm>
            <a:off x="5239512" y="3364601"/>
            <a:ext cx="137100" cy="1005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" name="Google Shape;80;p10"/>
          <p:cNvCxnSpPr/>
          <p:nvPr/>
        </p:nvCxnSpPr>
        <p:spPr>
          <a:xfrm flipH="1" rot="10800000">
            <a:off x="5138928" y="3199985"/>
            <a:ext cx="274200" cy="366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10"/>
          <p:cNvSpPr/>
          <p:nvPr/>
        </p:nvSpPr>
        <p:spPr>
          <a:xfrm>
            <a:off x="5097780" y="31954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372100" y="3158861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198364" y="3323453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335524" y="34240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73328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DESIGNED &amp; BUILT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Agentic causal-graph engine for burn &amp; cash-runway</a:t>
            </a:r>
            <a:endParaRPr/>
          </a:p>
        </p:txBody>
      </p:sp>
      <p:grpSp>
        <p:nvGrpSpPr>
          <p:cNvPr id="86" name="Google Shape;86;p10"/>
          <p:cNvGrpSpPr/>
          <p:nvPr/>
        </p:nvGrpSpPr>
        <p:grpSpPr>
          <a:xfrm>
            <a:off x="640080" y="4052467"/>
            <a:ext cx="7863900" cy="428700"/>
            <a:chOff x="0" y="0"/>
            <a:chExt cx="7863900" cy="428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1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Roles I'm interested in:</a:t>
              </a:r>
              <a:endParaRPr b="1" sz="1713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8691" lvl="0" marL="457200" rtl="0" algn="l">
                <a:spcBef>
                  <a:spcPts val="375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Software </a:t>
              </a:r>
              <a:r>
                <a:rPr b="0" lang="en" sz="1419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Engineer, AI &amp; Agents</a:t>
              </a:r>
              <a:r>
                <a:rPr b="0" lang="en" sz="1419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sz="1419">
                <a:solidFill>
                  <a:srgbClr val="595959"/>
                </a:solidFill>
              </a:endParaRPr>
            </a:p>
            <a:p>
              <a:pPr indent="-318691" lvl="0" marL="457200" rtl="0" algn="l">
                <a:spcBef>
                  <a:spcPts val="0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Forward Deployed Engineer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b="0" sz="14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>
            <a:off x="628650" y="381000"/>
            <a:ext cx="7886700" cy="633525"/>
            <a:chOff x="0" y="0"/>
            <a:chExt cx="7886700" cy="633525"/>
          </a:xfrm>
        </p:grpSpPr>
        <p:sp>
          <p:nvSpPr>
            <p:cNvPr id="95" name="Google Shape;95;p11"/>
            <p:cNvSpPr txBox="1"/>
            <p:nvPr/>
          </p:nvSpPr>
          <p:spPr>
            <a:xfrm>
              <a:off x="0" y="0"/>
              <a:ext cx="788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Case Study: Stripify </a:t>
              </a:r>
              <a:endParaRPr b="1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0" y="619125"/>
              <a:ext cx="7886700" cy="144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572250" y="1154275"/>
            <a:ext cx="471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Solving the Reliability Problem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built </a:t>
            </a: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Stripify</a:t>
            </a: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a financial-correctness harness for Stripe spend that scores every transaction for fraud, replays policy, and tie-out-verifies every number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— so Stripe can scale autonomous finance agents without the risk of approving a fraudulent charge.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stripify.up.railway.app  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572250" y="4134600"/>
            <a:ext cx="7886700" cy="952500"/>
            <a:chOff x="0" y="-45125"/>
            <a:chExt cx="7886700" cy="952500"/>
          </a:xfrm>
        </p:grpSpPr>
        <p:sp>
          <p:nvSpPr>
            <p:cNvPr id="99" name="Google Shape;99;p11"/>
            <p:cNvSpPr/>
            <p:nvPr/>
          </p:nvSpPr>
          <p:spPr>
            <a:xfrm>
              <a:off x="0" y="-45125"/>
              <a:ext cx="78867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400"/>
                    <a:pt x="652" y="0"/>
                    <a:pt x="1449" y="0"/>
                  </a:cubicBezTo>
                  <a:lnTo>
                    <a:pt x="118551" y="0"/>
                  </a:lnTo>
                  <a:cubicBezTo>
                    <a:pt x="119348" y="0"/>
                    <a:pt x="120000" y="5400"/>
                    <a:pt x="120000" y="12000"/>
                  </a:cubicBezTo>
                  <a:lnTo>
                    <a:pt x="120000" y="84000"/>
                  </a:lnTo>
                  <a:cubicBezTo>
                    <a:pt x="120000" y="90600"/>
                    <a:pt x="119348" y="96000"/>
                    <a:pt x="118551" y="96000"/>
                  </a:cubicBezTo>
                  <a:lnTo>
                    <a:pt x="4348" y="96000"/>
                  </a:lnTo>
                  <a:lnTo>
                    <a:pt x="1449" y="120000"/>
                  </a:lnTo>
                  <a:lnTo>
                    <a:pt x="1449" y="96000"/>
                  </a:lnTo>
                  <a:cubicBezTo>
                    <a:pt x="652" y="96000"/>
                    <a:pt x="0" y="90600"/>
                    <a:pt x="0" y="84000"/>
                  </a:cubic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190500" y="142875"/>
              <a:ext cx="7505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By enforcing spend policy and accounting identities at the decision layer, the harness catches fraud, duplicate invoices, and policy violations before money moves — the integrity Stripe needs to let agents act on real dollars.</a:t>
              </a:r>
              <a:endParaRPr b="0" i="1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00" y="1154275"/>
            <a:ext cx="3714376" cy="18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1"/>
          <p:cNvGrpSpPr/>
          <p:nvPr/>
        </p:nvGrpSpPr>
        <p:grpSpPr>
          <a:xfrm>
            <a:off x="572250" y="2783925"/>
            <a:ext cx="7239000" cy="1143000"/>
            <a:chOff x="0" y="0"/>
            <a:chExt cx="7239000" cy="1143000"/>
          </a:xfrm>
        </p:grpSpPr>
        <p:grpSp>
          <p:nvGrpSpPr>
            <p:cNvPr id="103" name="Google Shape;103;p11"/>
            <p:cNvGrpSpPr/>
            <p:nvPr/>
          </p:nvGrpSpPr>
          <p:grpSpPr>
            <a:xfrm>
              <a:off x="0" y="0"/>
              <a:ext cx="2286000" cy="1143000"/>
              <a:chOff x="0" y="0"/>
              <a:chExt cx="2286000" cy="1143000"/>
            </a:xfrm>
          </p:grpSpPr>
          <p:sp>
            <p:nvSpPr>
              <p:cNvPr id="104" name="Google Shape;104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Policy + Identities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spend within limit · books tie out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Enforced</a:t>
                </a:r>
                <a:endParaRPr sz="11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1"/>
            <p:cNvGrpSpPr/>
            <p:nvPr/>
          </p:nvGrpSpPr>
          <p:grpSpPr>
            <a:xfrm>
              <a:off x="2476500" y="0"/>
              <a:ext cx="2286000" cy="1143000"/>
              <a:chOff x="0" y="0"/>
              <a:chExt cx="2286000" cy="1143000"/>
            </a:xfrm>
          </p:grpSpPr>
          <p:sp>
            <p:nvSpPr>
              <p:cNvPr id="107" name="Google Shape;107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Checks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Three-way match · duplicate &amp; bank-change detection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4953000" y="0"/>
              <a:ext cx="2286000" cy="1143000"/>
              <a:chOff x="0" y="0"/>
              <a:chExt cx="2286000" cy="11430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 Grounds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Calibrated Stripe tenant · fraud ROC-AUC 0.89+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640080" y="0"/>
            <a:ext cx="786384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40080" y="219456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Card + Cash + ERP: exactly how they connect</a:t>
            </a:r>
            <a:endParaRPr/>
          </a:p>
        </p:txBody>
      </p:sp>
      <p:cxnSp>
        <p:nvCxnSpPr>
          <p:cNvPr id="118" name="Google Shape;118;p12"/>
          <p:cNvCxnSpPr/>
          <p:nvPr/>
        </p:nvCxnSpPr>
        <p:spPr>
          <a:xfrm>
            <a:off x="640080" y="896112"/>
            <a:ext cx="786384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2"/>
          <p:cNvSpPr txBox="1"/>
          <p:nvPr/>
        </p:nvSpPr>
        <p:spPr>
          <a:xfrm>
            <a:off x="640080" y="9418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Stripe Assistant’s real job is unifying card spend, cash, and the GL into one ledger — checked by the same engine.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40080" y="1335024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9808" y="1408176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Books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 · ERP (NetSuite)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40080" y="1956816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749808" y="2029968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🗄  Stripe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Card · Stripe Treasury · AP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999232" y="1783080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611880" y="1440180"/>
            <a:ext cx="2331720" cy="960120"/>
          </a:xfrm>
          <a:prstGeom prst="roundRect">
            <a:avLst>
              <a:gd fmla="val 10000" name="adj"/>
            </a:avLst>
          </a:prstGeom>
          <a:solidFill>
            <a:srgbClr val="FCEFE3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21583" y="1595082"/>
            <a:ext cx="211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Stripify</a:t>
            </a:r>
            <a:r>
              <a:rPr b="1" i="0" lang="en" sz="13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scores every txn · replays policy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reconcile to the GL?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6053328" y="1792224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56832" y="1554480"/>
            <a:ext cx="1847088" cy="777240"/>
          </a:xfrm>
          <a:prstGeom prst="roundRect">
            <a:avLst>
              <a:gd fmla="val 10000" name="adj"/>
            </a:avLst>
          </a:prstGeom>
          <a:solidFill>
            <a:srgbClr val="E7F6EC"/>
          </a:solidFill>
          <a:ln cap="flat" cmpd="sng" w="12700">
            <a:solidFill>
              <a:srgbClr val="BFE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766560" y="1627632"/>
            <a:ext cx="16276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Verified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close-ready &amp; audit-ready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synthetic Stripe tenant is calibrated to realistic spend — fraud, policy, and tie-out all proven on it. “Calibrated demo data.”</a:t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4008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22959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Card + AP unlocks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22959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Fraud rings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shared-card collusion the static rules miss.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Policy leakage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replay a new policy over history, see the $ impact.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Duplicate &amp; bank-change AP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stopped before Bill Pay sends a cent.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Cash + Credit unlocks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46320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runway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do-operator what-ifs, not a re-plotted trend.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Idle-cash yield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the Stripe Treasury sweep opportunity, quantified.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Underwriting &amp; limits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a PD model recommends the credit line.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640080" y="4535424"/>
            <a:ext cx="7863840" cy="384048"/>
          </a:xfrm>
          <a:prstGeom prst="roundRect">
            <a:avLst>
              <a:gd fmla="val 50000" name="adj"/>
            </a:avLst>
          </a:prstGeom>
          <a:solidFill>
            <a:srgbClr val="FC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68680" y="453542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The same engine that scores a charge proves the books tie out to it —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trust layer that lets Stripe Assistant act on real spend.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238125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28650" y="952500"/>
            <a:ext cx="4762500" cy="1143000"/>
            <a:chOff x="0" y="0"/>
            <a:chExt cx="4762500" cy="11430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Intern | Capgemini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Feb 2026 – May 2026 | New York,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Deployed modular LSTM-Attention Autoencoder on edge devices to predict hardware degradation.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628650" y="2286000"/>
            <a:ext cx="4762500" cy="1143000"/>
            <a:chOff x="0" y="0"/>
            <a:chExt cx="4762500" cy="1143000"/>
          </a:xfrm>
        </p:grpSpPr>
        <p:sp>
          <p:nvSpPr>
            <p:cNvPr id="150" name="Google Shape;150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Graduate Research Assistant | NYU VIDA Lab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Mar 2025 – May 2026 | Brooklyn,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Architected HRNet-based pose estimation pipeline for pedestrian behavior research achieving 95% accuracy.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628650" y="3619500"/>
            <a:ext cx="4762500" cy="1143000"/>
            <a:chOff x="0" y="0"/>
            <a:chExt cx="4762500" cy="1143000"/>
          </a:xfrm>
        </p:grpSpPr>
        <p:sp>
          <p:nvSpPr>
            <p:cNvPr id="153" name="Google Shape;153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 Intern | Sycamore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2025 – Aug 2025 | Massachusetts,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Designed Full-Stack engine using React.js UI and PostgreSQL for modular stateful trees and interactive monaco editor.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628650" y="4838700"/>
            <a:ext cx="7877100" cy="238200"/>
            <a:chOff x="0" y="0"/>
            <a:chExt cx="7877100" cy="238200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7877100" cy="238200"/>
            </a:xfrm>
            <a:prstGeom prst="roundRect">
              <a:avLst>
                <a:gd fmla="val 20000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7877100" cy="2382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Skills:</a:t>
              </a:r>
              <a:r>
                <a:rPr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Python, Java, React.js, Node.js, SQL, TensorFlow, PyTorch, Kubernetes, Docker, AWS (EC2), ETL, Generative AI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5524500" y="809625"/>
            <a:ext cx="3298546" cy="1047900"/>
            <a:chOff x="0" y="0"/>
            <a:chExt cx="3048000" cy="10479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5-STAGE 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windowing → LSTM auto-encoder → temporal attention → reconstruction-error scoring → alerting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524500" y="2143125"/>
            <a:ext cx="3298546" cy="1047900"/>
            <a:chOff x="0" y="0"/>
            <a:chExt cx="3048000" cy="10479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person detection → HRNet keypoint regression → multi-object tracking → behavior features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5524500" y="3476625"/>
            <a:ext cx="3298546" cy="1047900"/>
            <a:chOff x="0" y="0"/>
            <a:chExt cx="3048000" cy="1047900"/>
          </a:xfrm>
        </p:grpSpPr>
        <p:sp>
          <p:nvSpPr>
            <p:cNvPr id="165" name="Google Shape;165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STACK &amp; DESIGN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recursive React tree editor · typed Node REST APIs · normalized PostgreSQL for versioned tree state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630936" y="764629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71500" y="1428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Ex-</a:t>
            </a:r>
            <a:r>
              <a:rPr b="1"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Story: Grapher Labs</a:t>
            </a:r>
            <a:endParaRPr b="1"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28650" y="809625"/>
            <a:ext cx="79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simulation engine for CFOs. Completed customer discovery calls and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evaluated product market fit. Selected and completed NYU Leslie Accelerator program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September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2025 —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1333500"/>
            <a:ext cx="2000100" cy="952500"/>
            <a:chOff x="0" y="0"/>
            <a:chExt cx="2000100" cy="9525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Customer Discovery Calls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667000" y="1333500"/>
            <a:ext cx="2000100" cy="952500"/>
            <a:chOff x="0" y="0"/>
            <a:chExt cx="2000100" cy="9525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Letters of Intent(LOIs) Signed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62500" y="1333500"/>
            <a:ext cx="2000100" cy="952500"/>
            <a:chOff x="0" y="0"/>
            <a:chExt cx="2000100" cy="9525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 Pilots </a:t>
              </a:r>
              <a:r>
                <a:rPr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Tested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6858000" y="1333500"/>
            <a:ext cx="1714500" cy="952500"/>
            <a:chOff x="0" y="0"/>
            <a:chExt cx="1714500" cy="9525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1714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Networking Event Hosted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71500" y="2476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Key Milestones &amp; Learning</a:t>
            </a:r>
            <a:endParaRPr b="1" sz="1295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75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Built &amp; shipped MVP: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Architected the core cash-flow engine.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Talked to real buyers: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 feedback from CFO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 and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VPs of Finance.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Learned to sell: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From discovery to closing design partners.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Navigated the hard parts: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Managing pilots and design iteration.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4"/>
          <p:cNvGrpSpPr/>
          <p:nvPr/>
        </p:nvGrpSpPr>
        <p:grpSpPr>
          <a:xfrm>
            <a:off x="575251" y="4516349"/>
            <a:ext cx="1829700" cy="341627"/>
            <a:chOff x="590290" y="-239250"/>
            <a:chExt cx="1829700" cy="477600"/>
          </a:xfrm>
        </p:grpSpPr>
        <p:sp>
          <p:nvSpPr>
            <p:cNvPr id="189" name="Google Shape;189;p14"/>
            <p:cNvSpPr/>
            <p:nvPr/>
          </p:nvSpPr>
          <p:spPr>
            <a:xfrm>
              <a:off x="590290" y="-239250"/>
              <a:ext cx="1829700" cy="4776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 txBox="1"/>
            <p:nvPr/>
          </p:nvSpPr>
          <p:spPr>
            <a:xfrm>
              <a:off x="701415" y="-191401"/>
              <a:ext cx="16509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Link: </a:t>
              </a:r>
              <a:r>
                <a:rPr b="1" lang="en" sz="13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GrapherLabs.com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422475"/>
            <a:ext cx="4466977" cy="227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45720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25003" l="0" r="0" t="25003"/>
          <a:stretch/>
        </p:blipFill>
        <p:spPr>
          <a:xfrm>
            <a:off x="3048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547800" y="87000"/>
            <a:ext cx="8215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Story: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AI Worldwide Hackathon’26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03625" y="4069425"/>
            <a:ext cx="853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Winner (Best Use of Hugging Face) - Mistral AI Worldwide Hackathon '26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Developed "Agentic World": Behavioral Digital Twins using Mistral Small 3.1 and Codestral to auto-generate DOM interaction scripts.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Stack: Mistral Small 3.1 · Nvidia Nemo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· Nvidia 49b ·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 Codestral · Hugging Face · Playwright · Python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04800" y="882300"/>
            <a:ext cx="41922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648300" y="938714"/>
            <a:ext cx="4192200" cy="27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6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11" name="Google Shape;211;p16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Iterate X Columbia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03625" y="3892625"/>
            <a:ext cx="8535575" cy="1155700"/>
            <a:chOff x="-1175" y="-346000"/>
            <a:chExt cx="8535575" cy="11557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-1175" y="-346000"/>
              <a:ext cx="8534400" cy="80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3rd Place Overall &amp; Best Use of Blaxel (YC’25)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Iterate X Columbia Hack'26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Built an automated MCP adapter sandbox: parses any OpenAPI/Swagger spec and code-generates typed, agent-callable MCP tools on sandboxed serverless functions and REST APIs into LLM tools with zero glue code.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: OpenAPI → MCP codegen · JSON-Schema tool defs · sandboxed serverless execution · tool-calling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7006900" y="535039"/>
            <a:ext cx="1833600" cy="842081"/>
            <a:chOff x="2199025" y="-857113"/>
            <a:chExt cx="1833600" cy="1050238"/>
          </a:xfrm>
        </p:grpSpPr>
        <p:sp>
          <p:nvSpPr>
            <p:cNvPr id="217" name="Google Shape;217;p16"/>
            <p:cNvSpPr/>
            <p:nvPr/>
          </p:nvSpPr>
          <p:spPr>
            <a:xfrm>
              <a:off x="2272425" y="-759375"/>
              <a:ext cx="1760100" cy="952500"/>
            </a:xfrm>
            <a:custGeom>
              <a:rect b="b" l="l" r="r" t="t"/>
              <a:pathLst>
                <a:path extrusionOk="0" h="120000" w="120000">
                  <a:moveTo>
                    <a:pt x="0" y="23077"/>
                  </a:moveTo>
                  <a:cubicBezTo>
                    <a:pt x="0" y="10332"/>
                    <a:pt x="6716" y="0"/>
                    <a:pt x="15000" y="0"/>
                  </a:cubicBezTo>
                  <a:lnTo>
                    <a:pt x="105000" y="0"/>
                  </a:lnTo>
                  <a:cubicBezTo>
                    <a:pt x="113284" y="0"/>
                    <a:pt x="120000" y="10332"/>
                    <a:pt x="120000" y="23077"/>
                  </a:cubicBezTo>
                  <a:lnTo>
                    <a:pt x="120000" y="69231"/>
                  </a:lnTo>
                  <a:cubicBezTo>
                    <a:pt x="120000" y="81976"/>
                    <a:pt x="113284" y="92308"/>
                    <a:pt x="105000" y="92308"/>
                  </a:cubicBezTo>
                  <a:lnTo>
                    <a:pt x="24000" y="92308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199025" y="-857113"/>
              <a:ext cx="1833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Had to do 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impromptu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 talk on stage if selected as finalists</a:t>
              </a:r>
              <a:r>
                <a:rPr b="0"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b="0" i="1" sz="11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105100" y="807600"/>
            <a:ext cx="4371600" cy="32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7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27" name="Google Shape;227;p17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Columbia Devfest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304800" y="4125075"/>
            <a:ext cx="8534400" cy="923250"/>
            <a:chOff x="0" y="-113550"/>
            <a:chExt cx="8534400" cy="92325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0" y="-11355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Winner (Best Use of Dedalus Labs)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Columbia Devfest '26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Built an end-to-end orchestration pipeline that scaffolds, containerizes, and deploys production-ready MCP servers — spec → Dockerized service → hosted endpoint, in one flow.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highlight>
                    <a:srgbClr val="FDFDFC"/>
                  </a:highlight>
                  <a:latin typeface="Calibri"/>
                  <a:ea typeface="Calibri"/>
                  <a:cs typeface="Calibri"/>
                  <a:sym typeface="Calibri"/>
                </a:rPr>
                <a:t>PIPELINE: scaffold → Docker build → CI/CD deploy → hosted endpoint + health checks</a:t>
              </a:r>
              <a:r>
                <a:rPr lang="en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222350" y="1752611"/>
            <a:ext cx="2003666" cy="598018"/>
            <a:chOff x="-62300" y="-333375"/>
            <a:chExt cx="1930500" cy="1714500"/>
          </a:xfrm>
        </p:grpSpPr>
        <p:sp>
          <p:nvSpPr>
            <p:cNvPr id="233" name="Google Shape;233;p17"/>
            <p:cNvSpPr/>
            <p:nvPr/>
          </p:nvSpPr>
          <p:spPr>
            <a:xfrm rot="5400000">
              <a:off x="45700" y="-441375"/>
              <a:ext cx="1714500" cy="1930500"/>
            </a:xfrm>
            <a:custGeom>
              <a:rect b="b" l="l" r="r" t="t"/>
              <a:pathLst>
                <a:path extrusionOk="0" h="120000" w="120000">
                  <a:moveTo>
                    <a:pt x="6667" y="21818"/>
                  </a:moveTo>
                  <a:cubicBezTo>
                    <a:pt x="2200" y="21818"/>
                    <a:pt x="0" y="25418"/>
                    <a:pt x="0" y="32727"/>
                  </a:cubicBezTo>
                  <a:lnTo>
                    <a:pt x="0" y="109091"/>
                  </a:lnTo>
                  <a:cubicBezTo>
                    <a:pt x="0" y="116400"/>
                    <a:pt x="2200" y="120000"/>
                    <a:pt x="6667" y="120000"/>
                  </a:cubicBezTo>
                  <a:lnTo>
                    <a:pt x="113333" y="120000"/>
                  </a:lnTo>
                  <a:cubicBezTo>
                    <a:pt x="117800" y="120000"/>
                    <a:pt x="120000" y="116400"/>
                    <a:pt x="120000" y="109091"/>
                  </a:cubicBezTo>
                  <a:lnTo>
                    <a:pt x="120000" y="32727"/>
                  </a:lnTo>
                  <a:cubicBezTo>
                    <a:pt x="120000" y="25418"/>
                    <a:pt x="117800" y="21818"/>
                    <a:pt x="113333" y="21818"/>
                  </a:cubicBezTo>
                  <a:lnTo>
                    <a:pt x="73333" y="21818"/>
                  </a:lnTo>
                  <a:lnTo>
                    <a:pt x="66667" y="0"/>
                  </a:lnTo>
                  <a:lnTo>
                    <a:pt x="60000" y="2181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-62300" y="-75"/>
              <a:ext cx="1524000" cy="104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Pulled an all nighter for this one at the Columbia Library</a:t>
              </a:r>
              <a:endParaRPr i="1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2275" y="168263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Harshini2212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3275"/>
            <a:ext cx="5766427" cy="2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00" y="2448150"/>
            <a:ext cx="5514701" cy="2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32086" y="45307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8650" y="142875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STRIPE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WHY ME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1125" y="1447525"/>
            <a:ext cx="48951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t's the problem I keep choosing to work on and exactly what </a:t>
            </a:r>
            <a:r>
              <a:rPr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Stripe 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is building. I'd love to build it with you.</a:t>
            </a:r>
            <a:endParaRPr b="0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Harshini Vijaya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umar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hv2201@nyu.edu</a:t>
            </a:r>
            <a:r>
              <a:rPr b="0" lang="en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·   +1 (848) 240-7937</a:t>
            </a:r>
            <a:endParaRPr b="0" sz="13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D5D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0" y="2476500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SCAN FOR MY CODE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rgbClr val="0563C1"/>
                  </a:solidFill>
                  <a:latin typeface="Calibri"/>
                  <a:ea typeface="Calibri"/>
                  <a:cs typeface="Calibri"/>
                  <a:sym typeface="Calibri"/>
                </a:rPr>
                <a:t>harshinivijay.com</a:t>
              </a:r>
              <a:endParaRPr b="0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8325" y="906875"/>
            <a:ext cx="605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Let's make spend &amp; cash flow AI actually trustworthy.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50" y="1447525"/>
            <a:ext cx="20478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title="my portfolio 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13" y="1415963"/>
            <a:ext cx="2311575" cy="2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